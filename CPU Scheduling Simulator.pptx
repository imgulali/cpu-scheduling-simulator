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9" r:id="rId4"/>
    <p:sldId id="260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DF8BFD1F-2BC7-4A1B-8EF2-88F26FEFC962}" type="datetimeFigureOut">
              <a:rPr lang="LID4096" smtClean="0"/>
              <a:t>01/29/2026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17-D575-4A00-9829-DC8A0F92CBD8}" type="slidenum">
              <a:rPr lang="LID4096" smtClean="0"/>
              <a:t>‹#›</a:t>
            </a:fld>
            <a:endParaRPr lang="LID4096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438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FD1F-2BC7-4A1B-8EF2-88F26FEFC962}" type="datetimeFigureOut">
              <a:rPr lang="LID4096" smtClean="0"/>
              <a:t>01/29/2026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17-D575-4A00-9829-DC8A0F92CBD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82086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FD1F-2BC7-4A1B-8EF2-88F26FEFC962}" type="datetimeFigureOut">
              <a:rPr lang="LID4096" smtClean="0"/>
              <a:t>01/29/2026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17-D575-4A00-9829-DC8A0F92CBD8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35269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FD1F-2BC7-4A1B-8EF2-88F26FEFC962}" type="datetimeFigureOut">
              <a:rPr lang="LID4096" smtClean="0"/>
              <a:t>01/29/2026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17-D575-4A00-9829-DC8A0F92CBD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1971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FD1F-2BC7-4A1B-8EF2-88F26FEFC962}" type="datetimeFigureOut">
              <a:rPr lang="LID4096" smtClean="0"/>
              <a:t>01/29/2026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17-D575-4A00-9829-DC8A0F92CBD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8618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FD1F-2BC7-4A1B-8EF2-88F26FEFC962}" type="datetimeFigureOut">
              <a:rPr lang="LID4096" smtClean="0"/>
              <a:t>01/29/2026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17-D575-4A00-9829-DC8A0F92CBD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08961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FD1F-2BC7-4A1B-8EF2-88F26FEFC962}" type="datetimeFigureOut">
              <a:rPr lang="LID4096" smtClean="0"/>
              <a:t>01/29/2026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17-D575-4A00-9829-DC8A0F92CBD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98998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FD1F-2BC7-4A1B-8EF2-88F26FEFC962}" type="datetimeFigureOut">
              <a:rPr lang="LID4096" smtClean="0"/>
              <a:t>01/29/2026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17-D575-4A00-9829-DC8A0F92CBD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6506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FD1F-2BC7-4A1B-8EF2-88F26FEFC962}" type="datetimeFigureOut">
              <a:rPr lang="LID4096" smtClean="0"/>
              <a:t>01/29/2026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17-D575-4A00-9829-DC8A0F92CBD8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188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FD1F-2BC7-4A1B-8EF2-88F26FEFC962}" type="datetimeFigureOut">
              <a:rPr lang="LID4096" smtClean="0"/>
              <a:t>01/29/2026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17-D575-4A00-9829-DC8A0F92CBD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03126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FD1F-2BC7-4A1B-8EF2-88F26FEFC962}" type="datetimeFigureOut">
              <a:rPr lang="LID4096" smtClean="0"/>
              <a:t>01/29/2026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17-D575-4A00-9829-DC8A0F92CBD8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046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F8BFD1F-2BC7-4A1B-8EF2-88F26FEFC962}" type="datetimeFigureOut">
              <a:rPr lang="LID4096" smtClean="0"/>
              <a:t>01/29/2026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DF09417-D575-4A00-9829-DC8A0F92CBD8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18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E669A-8F0A-84D2-575D-CC7C743A63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CPU Scheduling Simulator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A0F5A0-7B79-4184-268B-8C48945286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Gul Ali</a:t>
            </a:r>
          </a:p>
          <a:p>
            <a:r>
              <a:rPr lang="en-US" dirty="0"/>
              <a:t>Ahmed</a:t>
            </a:r>
          </a:p>
          <a:p>
            <a:r>
              <a:rPr lang="en-US" dirty="0"/>
              <a:t>Saim</a:t>
            </a:r>
          </a:p>
          <a:p>
            <a:r>
              <a:rPr lang="en-US" dirty="0"/>
              <a:t>Ayna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515134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90931-7E5A-3E16-0C98-FE72A9DE1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 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E8EE5-C03A-DDA4-E577-9DBD78D1F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HTML , CSS, Vanilla JavaScript and Vite as the bundler.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Data Structures being used are Lists, Queues, Priority Queues(Min Heaps), Objects (Hashmaps / Dictionaries), 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Algorithms being used are Linear Search, Merge Sort, FCFS, SJF, SRTF, Round Robin and Priority Scheduling.</a:t>
            </a:r>
          </a:p>
        </p:txBody>
      </p:sp>
    </p:spTree>
    <p:extLst>
      <p:ext uri="{BB962C8B-B14F-4D97-AF65-F5344CB8AC3E}">
        <p14:creationId xmlns:p14="http://schemas.microsoft.com/office/powerpoint/2010/main" val="3785636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EBCD1-FBC8-B5CF-71BF-AF1FB51E9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SCHEDULING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E8376-B929-B3D5-B696-E6FFA1D81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Helps to determine which process in the ready state should be assigned to the CPU, according to the algorithm being used.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To maximize the CPU utilization and reduce Turn Around Time, Waiting Time and Return Time of processes.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Preemptive and Non Preemptive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Algorithms are FCFS, SJF, SRTF, Round Robin and Priority Scheduling</a:t>
            </a:r>
          </a:p>
        </p:txBody>
      </p:sp>
    </p:spTree>
    <p:extLst>
      <p:ext uri="{BB962C8B-B14F-4D97-AF65-F5344CB8AC3E}">
        <p14:creationId xmlns:p14="http://schemas.microsoft.com/office/powerpoint/2010/main" val="1711951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2FA2-5951-934C-1985-F8161A86B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BREAKDOWN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507C4-4797-1D90-3F93-3D6CC6652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The code for logic can be mainly broken down into “src/ui” and “src/logic”.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“src/ui” contains a single file “controller.js” which has all the code that controls the frontend and populates the UI. It manages the SPA and the simulation animations.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“src/logic” contains all the files named according to the algorithm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00926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04BF8-59FB-7861-6489-BBA717901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964" y="2679192"/>
            <a:ext cx="9720072" cy="1499616"/>
          </a:xfrm>
        </p:spPr>
        <p:txBody>
          <a:bodyPr/>
          <a:lstStyle/>
          <a:p>
            <a:pPr algn="ctr"/>
            <a:r>
              <a:rPr lang="en-US" dirty="0"/>
              <a:t>Code Explanation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4830805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26</TotalTime>
  <Words>214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Tw Cen MT</vt:lpstr>
      <vt:lpstr>Tw Cen MT Condensed</vt:lpstr>
      <vt:lpstr>Wingdings 3</vt:lpstr>
      <vt:lpstr>Integral</vt:lpstr>
      <vt:lpstr>CPU Scheduling Simulator</vt:lpstr>
      <vt:lpstr>Tech Stack </vt:lpstr>
      <vt:lpstr>CPU SCHEDULING</vt:lpstr>
      <vt:lpstr>CODE BREAKDOWN</vt:lpstr>
      <vt:lpstr>Code Explanation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Gul Ali</dc:creator>
  <cp:lastModifiedBy>Gul Ali</cp:lastModifiedBy>
  <cp:revision>1</cp:revision>
  <dcterms:created xsi:type="dcterms:W3CDTF">2026-01-29T04:05:35Z</dcterms:created>
  <dcterms:modified xsi:type="dcterms:W3CDTF">2026-01-29T04:32:23Z</dcterms:modified>
</cp:coreProperties>
</file>